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" panose="020F0502020204030204" pitchFamily="2" charset="0"/>
      <p:regular r:id="rId13"/>
    </p:embeddedFont>
    <p:embeddedFont>
      <p:font typeface="Libre Baskerville" panose="020F0502020204030204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7493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customers generate slightly higher total revenue than male customers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95537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44478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130" y="5344478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1" y="5344478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812" y="5344478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52" y="5344478"/>
            <a:ext cx="382667" cy="34016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103840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Blouse</a:t>
            </a:r>
            <a:endParaRPr lang="en-US" sz="2200" dirty="0"/>
          </a:p>
        </p:txBody>
      </p:sp>
      <p:sp>
        <p:nvSpPr>
          <p:cNvPr id="11" name="Text 3"/>
          <p:cNvSpPr/>
          <p:nvPr/>
        </p:nvSpPr>
        <p:spPr>
          <a:xfrm>
            <a:off x="793790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sz="175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5344478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233" y="5344478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574" y="5344478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914" y="5344478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255" y="5344478"/>
            <a:ext cx="382667" cy="340162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7545943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235893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Dress</a:t>
            </a:r>
            <a:endParaRPr lang="en-US" sz="2200" dirty="0"/>
          </a:p>
        </p:txBody>
      </p:sp>
      <p:sp>
        <p:nvSpPr>
          <p:cNvPr id="19" name="Text 6"/>
          <p:cNvSpPr/>
          <p:nvPr/>
        </p:nvSpPr>
        <p:spPr>
          <a:xfrm>
            <a:off x="5235893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75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995" y="5344478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336" y="5344478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677" y="5344478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6017" y="5344478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5358" y="5344478"/>
            <a:ext cx="382667" cy="340162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1988046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8"/>
          <p:cNvSpPr/>
          <p:nvPr/>
        </p:nvSpPr>
        <p:spPr>
          <a:xfrm>
            <a:off x="9677995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Shirt</a:t>
            </a:r>
            <a:endParaRPr lang="en-US" sz="2200" dirty="0"/>
          </a:p>
        </p:txBody>
      </p:sp>
      <p:sp>
        <p:nvSpPr>
          <p:cNvPr id="27" name="Text 9"/>
          <p:cNvSpPr/>
          <p:nvPr/>
        </p:nvSpPr>
        <p:spPr>
          <a:xfrm>
            <a:off x="9677995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$65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12% more per transaction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68%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Higher Spend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4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78%</a:t>
            </a:r>
            <a:endParaRPr lang="en-US" sz="4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Rate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277</Words>
  <Application>Microsoft Office PowerPoint</Application>
  <PresentationFormat>Custom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Libre Baskerville</vt:lpstr>
      <vt:lpstr>Arial</vt:lpstr>
      <vt:lpstr>DM Sans</vt:lpstr>
      <vt:lpstr>Libre Baskerville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Kaustubh Prabhu</dc:creator>
  <cp:lastModifiedBy>Kaustubh Prabhu</cp:lastModifiedBy>
  <cp:revision>1</cp:revision>
  <dcterms:created xsi:type="dcterms:W3CDTF">2025-10-14T02:52:14Z</dcterms:created>
  <dcterms:modified xsi:type="dcterms:W3CDTF">2026-10-24T05:31:27Z</dcterms:modified>
</cp:coreProperties>
</file>